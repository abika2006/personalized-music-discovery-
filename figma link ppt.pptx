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5B5A-41AE-8831-B9EE-9346AF984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3BE1A-FB01-D5AC-D6FC-05A7C2547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40387-FC91-594D-9DE9-F8DC6FF3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10626-246C-FD33-0B76-649ED44A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3100-B53F-BDA9-E214-FDB2DDB0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1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CD04-91BD-D86F-BB07-6789701FF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C0CD-0644-A532-52A8-29102B9E9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F79F-B638-6699-9982-3801C3E7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34CDD-6EA4-2EBA-6F5A-45EF3180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0167C-C316-4AE4-A007-6DB4B0F4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59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93F9-3721-27B0-F12F-5FDF6DE58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F55AB-3B04-0243-9DA9-313520514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FBAF-3EE0-8B2B-2B3C-A314874B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B6428-981B-43A1-B565-DD99D12C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A73D2-CBFD-531E-38AE-79A3F1E0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15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15C7-4A02-A5D0-09F7-1DEC026D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26C3B-E9A3-94CA-9F39-247786141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D9045-BA2A-15A4-5C7E-9B9680CC0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62054-142F-8892-20AA-23ECFD45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00AE7-71DC-52CC-D103-B7A4F42D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AB665-D7E6-9C99-A1BC-21CA4BA5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2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853B-4E46-537D-29E5-7DE439BA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1506-81A7-4A67-EEE5-4F05ED78D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45641-52D7-8C21-FDC2-D907BB728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0B5088-2CD4-AFE5-7F4A-F694057B8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77CDB-3782-C135-DE43-8C0A77128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A8A8A-9330-8C3B-E3C6-C0E262EB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47EC-6CE8-E366-48CB-DF103683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0CFBA-E2DE-AFE7-E8C6-017325BB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2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E077-37E1-8125-5D83-7172BAC3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6C46F-BE9F-6455-55B9-231CEE2D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17829-3DC5-8A01-5E66-4D03B1FC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921DC-E374-5566-C638-BFD5CAB3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01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098CD-3B4F-92F9-1BB9-EC9B0688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C899F-7193-D898-31B7-4E7F4D87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7C323-5732-7A54-CA03-4979E449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97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A8DE-5E61-728A-E012-B16D2FDF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91A5-07A6-3339-1FFD-05A65BAE5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7F2DF-4314-41AD-8E37-BA29E808D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DA0B2-3302-D0C8-2AC6-9312D803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A968-D36A-9680-48D5-9159D132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756BB-167F-9B1F-74B3-1219EEF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26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FAE6-8DFA-DD11-C1EA-DCD91CAE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BEFB0-A1DD-D7C9-5524-610EAE3DF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40DFC-5177-E2F5-C74F-0058CAF07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7BA9B-66DE-2084-3942-42EB7631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65BB-7451-4757-2D91-DC1CC44B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024E6-6FD6-D845-A610-B4F22120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07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2037-D2AB-9322-89A1-384765B8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12764-117A-DEDB-478F-BDD77E931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54D01-060F-97D7-829C-1E5BA3F8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DBFE2-F62E-4975-5FA9-84219ECE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F602-13A8-3170-5CED-5D395591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46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D9FFE-48FB-002C-501A-CACE0F056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54B2B-9252-DBF0-65C0-13759D3EB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33E80-5810-EA11-08F4-259767B5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EA0CD-D56D-86E7-CCED-5571A31C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4F5A3-ECAA-9E85-48BC-61A1F89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43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489E8-1D8B-37EB-3D20-5DCAC8C80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0C72-7BCB-B37E-C6FA-F017D36A8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CA1D-21F5-2983-2539-DBC3B6F8E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E9C24-40CA-43A2-83E1-F2718955F96A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2F9BB-D2E2-6F72-4FB8-231163F63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2BEE-50A8-3AC3-D3B7-3BF8709D3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E4BB0-ABBA-46DE-8CEE-7CB3DDD82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94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6AB4E1-A4DF-7461-B118-FA74C1A77688}"/>
              </a:ext>
            </a:extLst>
          </p:cNvPr>
          <p:cNvSpPr txBox="1"/>
          <p:nvPr/>
        </p:nvSpPr>
        <p:spPr>
          <a:xfrm>
            <a:off x="1425678" y="2536723"/>
            <a:ext cx="89276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Figma link :</a:t>
            </a:r>
          </a:p>
          <a:p>
            <a:endParaRPr lang="en-IN" dirty="0"/>
          </a:p>
          <a:p>
            <a:r>
              <a:rPr lang="en-IN" dirty="0"/>
              <a:t>https://www.figma.com/design/Op8v44HnhW5gz1Q4rHrTGG/music-app-design--Community-?node-id=0-1&amp;t=VoqbRZFJkMqYO3kl-1</a:t>
            </a:r>
          </a:p>
        </p:txBody>
      </p:sp>
    </p:spTree>
    <p:extLst>
      <p:ext uri="{BB962C8B-B14F-4D97-AF65-F5344CB8AC3E}">
        <p14:creationId xmlns:p14="http://schemas.microsoft.com/office/powerpoint/2010/main" val="311078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 s</dc:creator>
  <cp:lastModifiedBy>suji s</cp:lastModifiedBy>
  <cp:revision>1</cp:revision>
  <dcterms:created xsi:type="dcterms:W3CDTF">2025-11-02T07:13:14Z</dcterms:created>
  <dcterms:modified xsi:type="dcterms:W3CDTF">2025-11-02T07:14:45Z</dcterms:modified>
</cp:coreProperties>
</file>